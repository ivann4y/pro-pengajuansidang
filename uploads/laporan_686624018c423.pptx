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61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62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208D6-4527-4873-92C6-BE4AD6905859}" v="3" dt="2025-03-03T16:41:17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OVO IDEAPAD SLIM 3" userId="385828c3f07fdae8" providerId="LiveId" clId="{7F5208D6-4527-4873-92C6-BE4AD6905859}"/>
    <pc:docChg chg="custSel addSld modSld">
      <pc:chgData name="LENOVO IDEAPAD SLIM 3" userId="385828c3f07fdae8" providerId="LiveId" clId="{7F5208D6-4527-4873-92C6-BE4AD6905859}" dt="2025-03-03T16:43:27.303" v="210" actId="1076"/>
      <pc:docMkLst>
        <pc:docMk/>
      </pc:docMkLst>
      <pc:sldChg chg="modSp mod">
        <pc:chgData name="LENOVO IDEAPAD SLIM 3" userId="385828c3f07fdae8" providerId="LiveId" clId="{7F5208D6-4527-4873-92C6-BE4AD6905859}" dt="2025-03-03T16:11:11.756" v="5" actId="20577"/>
        <pc:sldMkLst>
          <pc:docMk/>
          <pc:sldMk cId="4025520602" sldId="256"/>
        </pc:sldMkLst>
        <pc:spChg chg="mod">
          <ac:chgData name="LENOVO IDEAPAD SLIM 3" userId="385828c3f07fdae8" providerId="LiveId" clId="{7F5208D6-4527-4873-92C6-BE4AD6905859}" dt="2025-03-03T16:11:11.756" v="5" actId="20577"/>
          <ac:spMkLst>
            <pc:docMk/>
            <pc:sldMk cId="4025520602" sldId="256"/>
            <ac:spMk id="5" creationId="{9C8FFEF1-8C55-F01B-6F0F-1EEBC3CD1875}"/>
          </ac:spMkLst>
        </pc:spChg>
      </pc:sldChg>
      <pc:sldChg chg="addSp delSp modSp mod">
        <pc:chgData name="LENOVO IDEAPAD SLIM 3" userId="385828c3f07fdae8" providerId="LiveId" clId="{7F5208D6-4527-4873-92C6-BE4AD6905859}" dt="2025-03-03T16:12:09.144" v="11" actId="1076"/>
        <pc:sldMkLst>
          <pc:docMk/>
          <pc:sldMk cId="1244404795" sldId="257"/>
        </pc:sldMkLst>
        <pc:picChg chg="del">
          <ac:chgData name="LENOVO IDEAPAD SLIM 3" userId="385828c3f07fdae8" providerId="LiveId" clId="{7F5208D6-4527-4873-92C6-BE4AD6905859}" dt="2025-03-03T16:11:55.378" v="6" actId="478"/>
          <ac:picMkLst>
            <pc:docMk/>
            <pc:sldMk cId="1244404795" sldId="257"/>
            <ac:picMk id="2" creationId="{BF57BDA6-E789-9CCF-3108-92D5AB813610}"/>
          </ac:picMkLst>
        </pc:picChg>
        <pc:picChg chg="add mod">
          <ac:chgData name="LENOVO IDEAPAD SLIM 3" userId="385828c3f07fdae8" providerId="LiveId" clId="{7F5208D6-4527-4873-92C6-BE4AD6905859}" dt="2025-03-03T16:12:09.144" v="11" actId="1076"/>
          <ac:picMkLst>
            <pc:docMk/>
            <pc:sldMk cId="1244404795" sldId="257"/>
            <ac:picMk id="4" creationId="{19D9B2D3-42EC-05A0-752A-3AE50B5BA6AF}"/>
          </ac:picMkLst>
        </pc:picChg>
      </pc:sldChg>
      <pc:sldChg chg="addSp delSp modSp mod">
        <pc:chgData name="LENOVO IDEAPAD SLIM 3" userId="385828c3f07fdae8" providerId="LiveId" clId="{7F5208D6-4527-4873-92C6-BE4AD6905859}" dt="2025-03-03T16:13:31.223" v="17" actId="1076"/>
        <pc:sldMkLst>
          <pc:docMk/>
          <pc:sldMk cId="2830869812" sldId="258"/>
        </pc:sldMkLst>
        <pc:picChg chg="del mod">
          <ac:chgData name="LENOVO IDEAPAD SLIM 3" userId="385828c3f07fdae8" providerId="LiveId" clId="{7F5208D6-4527-4873-92C6-BE4AD6905859}" dt="2025-03-03T16:13:23.429" v="14" actId="478"/>
          <ac:picMkLst>
            <pc:docMk/>
            <pc:sldMk cId="2830869812" sldId="258"/>
            <ac:picMk id="2" creationId="{A68DEE9E-9BFF-1848-EA95-83C47FAB99B1}"/>
          </ac:picMkLst>
        </pc:picChg>
        <pc:picChg chg="add mod">
          <ac:chgData name="LENOVO IDEAPAD SLIM 3" userId="385828c3f07fdae8" providerId="LiveId" clId="{7F5208D6-4527-4873-92C6-BE4AD6905859}" dt="2025-03-03T16:13:31.223" v="17" actId="1076"/>
          <ac:picMkLst>
            <pc:docMk/>
            <pc:sldMk cId="2830869812" sldId="258"/>
            <ac:picMk id="4" creationId="{58AB73DD-1CED-A116-AF57-1D9B21D2CFF7}"/>
          </ac:picMkLst>
        </pc:picChg>
      </pc:sldChg>
      <pc:sldChg chg="addSp delSp modSp mod">
        <pc:chgData name="LENOVO IDEAPAD SLIM 3" userId="385828c3f07fdae8" providerId="LiveId" clId="{7F5208D6-4527-4873-92C6-BE4AD6905859}" dt="2025-03-03T16:14:14.898" v="22" actId="1076"/>
        <pc:sldMkLst>
          <pc:docMk/>
          <pc:sldMk cId="373970251" sldId="259"/>
        </pc:sldMkLst>
        <pc:picChg chg="del mod">
          <ac:chgData name="LENOVO IDEAPAD SLIM 3" userId="385828c3f07fdae8" providerId="LiveId" clId="{7F5208D6-4527-4873-92C6-BE4AD6905859}" dt="2025-03-03T16:14:09.204" v="20" actId="478"/>
          <ac:picMkLst>
            <pc:docMk/>
            <pc:sldMk cId="373970251" sldId="259"/>
            <ac:picMk id="2" creationId="{F7A15FDB-F991-42D4-24F5-F452276E0362}"/>
          </ac:picMkLst>
        </pc:picChg>
        <pc:picChg chg="add mod">
          <ac:chgData name="LENOVO IDEAPAD SLIM 3" userId="385828c3f07fdae8" providerId="LiveId" clId="{7F5208D6-4527-4873-92C6-BE4AD6905859}" dt="2025-03-03T16:14:14.898" v="22" actId="1076"/>
          <ac:picMkLst>
            <pc:docMk/>
            <pc:sldMk cId="373970251" sldId="259"/>
            <ac:picMk id="4" creationId="{88C8CCF5-76C6-B688-848F-B81EDFB5ACBD}"/>
          </ac:picMkLst>
        </pc:picChg>
      </pc:sldChg>
      <pc:sldChg chg="addSp delSp modSp mod">
        <pc:chgData name="LENOVO IDEAPAD SLIM 3" userId="385828c3f07fdae8" providerId="LiveId" clId="{7F5208D6-4527-4873-92C6-BE4AD6905859}" dt="2025-03-03T16:15:01.691" v="29" actId="1076"/>
        <pc:sldMkLst>
          <pc:docMk/>
          <pc:sldMk cId="3769740582" sldId="260"/>
        </pc:sldMkLst>
        <pc:picChg chg="del mod">
          <ac:chgData name="LENOVO IDEAPAD SLIM 3" userId="385828c3f07fdae8" providerId="LiveId" clId="{7F5208D6-4527-4873-92C6-BE4AD6905859}" dt="2025-03-03T16:14:51.303" v="24" actId="478"/>
          <ac:picMkLst>
            <pc:docMk/>
            <pc:sldMk cId="3769740582" sldId="260"/>
            <ac:picMk id="2" creationId="{C7EB2D40-1C77-19FE-7167-9594DC6A33A6}"/>
          </ac:picMkLst>
        </pc:picChg>
        <pc:picChg chg="add mod">
          <ac:chgData name="LENOVO IDEAPAD SLIM 3" userId="385828c3f07fdae8" providerId="LiveId" clId="{7F5208D6-4527-4873-92C6-BE4AD6905859}" dt="2025-03-03T16:15:01.691" v="29" actId="1076"/>
          <ac:picMkLst>
            <pc:docMk/>
            <pc:sldMk cId="3769740582" sldId="260"/>
            <ac:picMk id="4" creationId="{013BA706-C238-BFD5-10A5-C74AB2BBDEA9}"/>
          </ac:picMkLst>
        </pc:picChg>
      </pc:sldChg>
      <pc:sldChg chg="addSp delSp modSp mod">
        <pc:chgData name="LENOVO IDEAPAD SLIM 3" userId="385828c3f07fdae8" providerId="LiveId" clId="{7F5208D6-4527-4873-92C6-BE4AD6905859}" dt="2025-03-03T16:21:02.319" v="77" actId="1076"/>
        <pc:sldMkLst>
          <pc:docMk/>
          <pc:sldMk cId="2003106610" sldId="261"/>
        </pc:sldMkLst>
        <pc:spChg chg="del">
          <ac:chgData name="LENOVO IDEAPAD SLIM 3" userId="385828c3f07fdae8" providerId="LiveId" clId="{7F5208D6-4527-4873-92C6-BE4AD6905859}" dt="2025-03-03T16:19:53.461" v="72" actId="478"/>
          <ac:spMkLst>
            <pc:docMk/>
            <pc:sldMk cId="2003106610" sldId="261"/>
            <ac:spMk id="5" creationId="{0F477E1A-A451-0366-84B7-653EDBC3DE4B}"/>
          </ac:spMkLst>
        </pc:spChg>
        <pc:picChg chg="del mod">
          <ac:chgData name="LENOVO IDEAPAD SLIM 3" userId="385828c3f07fdae8" providerId="LiveId" clId="{7F5208D6-4527-4873-92C6-BE4AD6905859}" dt="2025-03-03T16:19:48.959" v="71" actId="478"/>
          <ac:picMkLst>
            <pc:docMk/>
            <pc:sldMk cId="2003106610" sldId="261"/>
            <ac:picMk id="2" creationId="{6E6B2CED-5BF4-F97E-9935-E0DDF9F90143}"/>
          </ac:picMkLst>
        </pc:picChg>
        <pc:picChg chg="add mod">
          <ac:chgData name="LENOVO IDEAPAD SLIM 3" userId="385828c3f07fdae8" providerId="LiveId" clId="{7F5208D6-4527-4873-92C6-BE4AD6905859}" dt="2025-03-03T16:21:02.319" v="77" actId="1076"/>
          <ac:picMkLst>
            <pc:docMk/>
            <pc:sldMk cId="2003106610" sldId="261"/>
            <ac:picMk id="4" creationId="{F975DE0A-D25D-8A08-7017-85918C3F8959}"/>
          </ac:picMkLst>
        </pc:picChg>
      </pc:sldChg>
      <pc:sldChg chg="addSp delSp modSp mod">
        <pc:chgData name="LENOVO IDEAPAD SLIM 3" userId="385828c3f07fdae8" providerId="LiveId" clId="{7F5208D6-4527-4873-92C6-BE4AD6905859}" dt="2025-03-03T16:32:44.708" v="128" actId="1076"/>
        <pc:sldMkLst>
          <pc:docMk/>
          <pc:sldMk cId="2527787916" sldId="262"/>
        </pc:sldMkLst>
        <pc:picChg chg="del mod">
          <ac:chgData name="LENOVO IDEAPAD SLIM 3" userId="385828c3f07fdae8" providerId="LiveId" clId="{7F5208D6-4527-4873-92C6-BE4AD6905859}" dt="2025-03-03T16:32:36.192" v="124" actId="478"/>
          <ac:picMkLst>
            <pc:docMk/>
            <pc:sldMk cId="2527787916" sldId="262"/>
            <ac:picMk id="2" creationId="{B4451D2F-EE54-B4AD-7B54-3871DD49DF27}"/>
          </ac:picMkLst>
        </pc:picChg>
        <pc:picChg chg="add mod">
          <ac:chgData name="LENOVO IDEAPAD SLIM 3" userId="385828c3f07fdae8" providerId="LiveId" clId="{7F5208D6-4527-4873-92C6-BE4AD6905859}" dt="2025-03-03T16:32:44.708" v="128" actId="1076"/>
          <ac:picMkLst>
            <pc:docMk/>
            <pc:sldMk cId="2527787916" sldId="262"/>
            <ac:picMk id="4" creationId="{5179F9B6-2D74-4013-0E38-3AAA9AA2AC21}"/>
          </ac:picMkLst>
        </pc:picChg>
      </pc:sldChg>
      <pc:sldChg chg="addSp modSp new mod">
        <pc:chgData name="LENOVO IDEAPAD SLIM 3" userId="385828c3f07fdae8" providerId="LiveId" clId="{7F5208D6-4527-4873-92C6-BE4AD6905859}" dt="2025-03-03T16:16:17.091" v="40" actId="1076"/>
        <pc:sldMkLst>
          <pc:docMk/>
          <pc:sldMk cId="802888563" sldId="269"/>
        </pc:sldMkLst>
        <pc:picChg chg="add mod">
          <ac:chgData name="LENOVO IDEAPAD SLIM 3" userId="385828c3f07fdae8" providerId="LiveId" clId="{7F5208D6-4527-4873-92C6-BE4AD6905859}" dt="2025-03-03T16:16:17.091" v="40" actId="1076"/>
          <ac:picMkLst>
            <pc:docMk/>
            <pc:sldMk cId="802888563" sldId="269"/>
            <ac:picMk id="3" creationId="{10A6F53D-FA52-7F74-BCCF-865851238DC4}"/>
          </ac:picMkLst>
        </pc:picChg>
      </pc:sldChg>
      <pc:sldChg chg="addSp modSp new mod">
        <pc:chgData name="LENOVO IDEAPAD SLIM 3" userId="385828c3f07fdae8" providerId="LiveId" clId="{7F5208D6-4527-4873-92C6-BE4AD6905859}" dt="2025-03-03T16:16:55.007" v="47" actId="1076"/>
        <pc:sldMkLst>
          <pc:docMk/>
          <pc:sldMk cId="892004380" sldId="270"/>
        </pc:sldMkLst>
        <pc:picChg chg="add mod">
          <ac:chgData name="LENOVO IDEAPAD SLIM 3" userId="385828c3f07fdae8" providerId="LiveId" clId="{7F5208D6-4527-4873-92C6-BE4AD6905859}" dt="2025-03-03T16:16:55.007" v="47" actId="1076"/>
          <ac:picMkLst>
            <pc:docMk/>
            <pc:sldMk cId="892004380" sldId="270"/>
            <ac:picMk id="3" creationId="{00A6911D-17C9-1C32-C81D-CA7E384619A5}"/>
          </ac:picMkLst>
        </pc:picChg>
      </pc:sldChg>
      <pc:sldChg chg="addSp modSp new mod">
        <pc:chgData name="LENOVO IDEAPAD SLIM 3" userId="385828c3f07fdae8" providerId="LiveId" clId="{7F5208D6-4527-4873-92C6-BE4AD6905859}" dt="2025-03-03T16:17:30.813" v="51" actId="1076"/>
        <pc:sldMkLst>
          <pc:docMk/>
          <pc:sldMk cId="3148646282" sldId="271"/>
        </pc:sldMkLst>
        <pc:picChg chg="add mod">
          <ac:chgData name="LENOVO IDEAPAD SLIM 3" userId="385828c3f07fdae8" providerId="LiveId" clId="{7F5208D6-4527-4873-92C6-BE4AD6905859}" dt="2025-03-03T16:17:30.813" v="51" actId="1076"/>
          <ac:picMkLst>
            <pc:docMk/>
            <pc:sldMk cId="3148646282" sldId="271"/>
            <ac:picMk id="3" creationId="{25FF72C2-6807-667B-1A48-A2213DD8F130}"/>
          </ac:picMkLst>
        </pc:picChg>
      </pc:sldChg>
      <pc:sldChg chg="addSp modSp new mod">
        <pc:chgData name="LENOVO IDEAPAD SLIM 3" userId="385828c3f07fdae8" providerId="LiveId" clId="{7F5208D6-4527-4873-92C6-BE4AD6905859}" dt="2025-03-03T16:18:24.002" v="57" actId="1076"/>
        <pc:sldMkLst>
          <pc:docMk/>
          <pc:sldMk cId="169834441" sldId="272"/>
        </pc:sldMkLst>
        <pc:picChg chg="add mod">
          <ac:chgData name="LENOVO IDEAPAD SLIM 3" userId="385828c3f07fdae8" providerId="LiveId" clId="{7F5208D6-4527-4873-92C6-BE4AD6905859}" dt="2025-03-03T16:18:24.002" v="57" actId="1076"/>
          <ac:picMkLst>
            <pc:docMk/>
            <pc:sldMk cId="169834441" sldId="272"/>
            <ac:picMk id="3" creationId="{2F4BA56F-AF5F-8F0D-7A84-CF5F47436BC8}"/>
          </ac:picMkLst>
        </pc:picChg>
      </pc:sldChg>
      <pc:sldChg chg="addSp modSp new mod">
        <pc:chgData name="LENOVO IDEAPAD SLIM 3" userId="385828c3f07fdae8" providerId="LiveId" clId="{7F5208D6-4527-4873-92C6-BE4AD6905859}" dt="2025-03-03T16:19:29.216" v="61" actId="14100"/>
        <pc:sldMkLst>
          <pc:docMk/>
          <pc:sldMk cId="3314194245" sldId="273"/>
        </pc:sldMkLst>
        <pc:picChg chg="add mod">
          <ac:chgData name="LENOVO IDEAPAD SLIM 3" userId="385828c3f07fdae8" providerId="LiveId" clId="{7F5208D6-4527-4873-92C6-BE4AD6905859}" dt="2025-03-03T16:19:29.216" v="61" actId="14100"/>
          <ac:picMkLst>
            <pc:docMk/>
            <pc:sldMk cId="3314194245" sldId="273"/>
            <ac:picMk id="3" creationId="{07ED70CC-CD1A-5D25-3B31-47A3C809D01E}"/>
          </ac:picMkLst>
        </pc:picChg>
      </pc:sldChg>
      <pc:sldChg chg="addSp modSp new mod">
        <pc:chgData name="LENOVO IDEAPAD SLIM 3" userId="385828c3f07fdae8" providerId="LiveId" clId="{7F5208D6-4527-4873-92C6-BE4AD6905859}" dt="2025-03-03T16:21:34.150" v="80" actId="1076"/>
        <pc:sldMkLst>
          <pc:docMk/>
          <pc:sldMk cId="582149154" sldId="274"/>
        </pc:sldMkLst>
        <pc:picChg chg="add mod">
          <ac:chgData name="LENOVO IDEAPAD SLIM 3" userId="385828c3f07fdae8" providerId="LiveId" clId="{7F5208D6-4527-4873-92C6-BE4AD6905859}" dt="2025-03-03T16:21:34.150" v="80" actId="1076"/>
          <ac:picMkLst>
            <pc:docMk/>
            <pc:sldMk cId="582149154" sldId="274"/>
            <ac:picMk id="3" creationId="{BE10E406-952D-B0C6-3A06-2B0A5EEFADF7}"/>
          </ac:picMkLst>
        </pc:picChg>
      </pc:sldChg>
      <pc:sldChg chg="addSp modSp new mod">
        <pc:chgData name="LENOVO IDEAPAD SLIM 3" userId="385828c3f07fdae8" providerId="LiveId" clId="{7F5208D6-4527-4873-92C6-BE4AD6905859}" dt="2025-03-03T16:23:57.834" v="84" actId="14100"/>
        <pc:sldMkLst>
          <pc:docMk/>
          <pc:sldMk cId="4061954217" sldId="275"/>
        </pc:sldMkLst>
        <pc:picChg chg="add mod">
          <ac:chgData name="LENOVO IDEAPAD SLIM 3" userId="385828c3f07fdae8" providerId="LiveId" clId="{7F5208D6-4527-4873-92C6-BE4AD6905859}" dt="2025-03-03T16:23:57.834" v="84" actId="14100"/>
          <ac:picMkLst>
            <pc:docMk/>
            <pc:sldMk cId="4061954217" sldId="275"/>
            <ac:picMk id="3" creationId="{6655AC29-BD30-5BA7-C521-CA79519F7641}"/>
          </ac:picMkLst>
        </pc:picChg>
      </pc:sldChg>
      <pc:sldChg chg="addSp modSp new mod">
        <pc:chgData name="LENOVO IDEAPAD SLIM 3" userId="385828c3f07fdae8" providerId="LiveId" clId="{7F5208D6-4527-4873-92C6-BE4AD6905859}" dt="2025-03-03T16:27:33.347" v="88" actId="14100"/>
        <pc:sldMkLst>
          <pc:docMk/>
          <pc:sldMk cId="2304930399" sldId="276"/>
        </pc:sldMkLst>
        <pc:picChg chg="add mod">
          <ac:chgData name="LENOVO IDEAPAD SLIM 3" userId="385828c3f07fdae8" providerId="LiveId" clId="{7F5208D6-4527-4873-92C6-BE4AD6905859}" dt="2025-03-03T16:27:33.347" v="88" actId="14100"/>
          <ac:picMkLst>
            <pc:docMk/>
            <pc:sldMk cId="2304930399" sldId="276"/>
            <ac:picMk id="3" creationId="{21253D64-0E0F-EAA8-6559-4C69C6A66BCC}"/>
          </ac:picMkLst>
        </pc:picChg>
      </pc:sldChg>
      <pc:sldChg chg="addSp modSp new mod">
        <pc:chgData name="LENOVO IDEAPAD SLIM 3" userId="385828c3f07fdae8" providerId="LiveId" clId="{7F5208D6-4527-4873-92C6-BE4AD6905859}" dt="2025-03-03T16:28:15.585" v="92" actId="14100"/>
        <pc:sldMkLst>
          <pc:docMk/>
          <pc:sldMk cId="1025079166" sldId="277"/>
        </pc:sldMkLst>
        <pc:picChg chg="add mod">
          <ac:chgData name="LENOVO IDEAPAD SLIM 3" userId="385828c3f07fdae8" providerId="LiveId" clId="{7F5208D6-4527-4873-92C6-BE4AD6905859}" dt="2025-03-03T16:28:15.585" v="92" actId="14100"/>
          <ac:picMkLst>
            <pc:docMk/>
            <pc:sldMk cId="1025079166" sldId="277"/>
            <ac:picMk id="3" creationId="{392A08EC-3596-829D-87E0-D2A711CC2B3B}"/>
          </ac:picMkLst>
        </pc:picChg>
      </pc:sldChg>
      <pc:sldChg chg="addSp modSp new mod">
        <pc:chgData name="LENOVO IDEAPAD SLIM 3" userId="385828c3f07fdae8" providerId="LiveId" clId="{7F5208D6-4527-4873-92C6-BE4AD6905859}" dt="2025-03-03T16:28:49.742" v="96" actId="1076"/>
        <pc:sldMkLst>
          <pc:docMk/>
          <pc:sldMk cId="3028853036" sldId="278"/>
        </pc:sldMkLst>
        <pc:picChg chg="add mod">
          <ac:chgData name="LENOVO IDEAPAD SLIM 3" userId="385828c3f07fdae8" providerId="LiveId" clId="{7F5208D6-4527-4873-92C6-BE4AD6905859}" dt="2025-03-03T16:28:49.742" v="96" actId="1076"/>
          <ac:picMkLst>
            <pc:docMk/>
            <pc:sldMk cId="3028853036" sldId="278"/>
            <ac:picMk id="3" creationId="{5A4B324A-4603-8A2B-9B13-6C78718F02A4}"/>
          </ac:picMkLst>
        </pc:picChg>
      </pc:sldChg>
      <pc:sldChg chg="addSp modSp new mod">
        <pc:chgData name="LENOVO IDEAPAD SLIM 3" userId="385828c3f07fdae8" providerId="LiveId" clId="{7F5208D6-4527-4873-92C6-BE4AD6905859}" dt="2025-03-03T16:30:45.402" v="111" actId="1076"/>
        <pc:sldMkLst>
          <pc:docMk/>
          <pc:sldMk cId="407211765" sldId="279"/>
        </pc:sldMkLst>
        <pc:picChg chg="add mod">
          <ac:chgData name="LENOVO IDEAPAD SLIM 3" userId="385828c3f07fdae8" providerId="LiveId" clId="{7F5208D6-4527-4873-92C6-BE4AD6905859}" dt="2025-03-03T16:30:45.402" v="111" actId="1076"/>
          <ac:picMkLst>
            <pc:docMk/>
            <pc:sldMk cId="407211765" sldId="279"/>
            <ac:picMk id="3" creationId="{4DD95580-E225-8E4B-EF77-FEE2E276DF67}"/>
          </ac:picMkLst>
        </pc:picChg>
      </pc:sldChg>
      <pc:sldChg chg="addSp modSp new mod">
        <pc:chgData name="LENOVO IDEAPAD SLIM 3" userId="385828c3f07fdae8" providerId="LiveId" clId="{7F5208D6-4527-4873-92C6-BE4AD6905859}" dt="2025-03-03T16:31:20.725" v="114" actId="1076"/>
        <pc:sldMkLst>
          <pc:docMk/>
          <pc:sldMk cId="1294795937" sldId="280"/>
        </pc:sldMkLst>
        <pc:picChg chg="add mod">
          <ac:chgData name="LENOVO IDEAPAD SLIM 3" userId="385828c3f07fdae8" providerId="LiveId" clId="{7F5208D6-4527-4873-92C6-BE4AD6905859}" dt="2025-03-03T16:31:20.725" v="114" actId="1076"/>
          <ac:picMkLst>
            <pc:docMk/>
            <pc:sldMk cId="1294795937" sldId="280"/>
            <ac:picMk id="3" creationId="{F771FED0-4B1C-FF78-39B8-8ED0A9C5ADCE}"/>
          </ac:picMkLst>
        </pc:picChg>
      </pc:sldChg>
      <pc:sldChg chg="addSp modSp new mod">
        <pc:chgData name="LENOVO IDEAPAD SLIM 3" userId="385828c3f07fdae8" providerId="LiveId" clId="{7F5208D6-4527-4873-92C6-BE4AD6905859}" dt="2025-03-03T16:32:09.428" v="121" actId="1076"/>
        <pc:sldMkLst>
          <pc:docMk/>
          <pc:sldMk cId="3479668227" sldId="281"/>
        </pc:sldMkLst>
        <pc:picChg chg="add mod">
          <ac:chgData name="LENOVO IDEAPAD SLIM 3" userId="385828c3f07fdae8" providerId="LiveId" clId="{7F5208D6-4527-4873-92C6-BE4AD6905859}" dt="2025-03-03T16:32:09.428" v="121" actId="1076"/>
          <ac:picMkLst>
            <pc:docMk/>
            <pc:sldMk cId="3479668227" sldId="281"/>
            <ac:picMk id="3" creationId="{CB9FA982-755C-38D9-8E3D-EB3150D01A43}"/>
          </ac:picMkLst>
        </pc:picChg>
      </pc:sldChg>
      <pc:sldChg chg="addSp modSp new mod">
        <pc:chgData name="LENOVO IDEAPAD SLIM 3" userId="385828c3f07fdae8" providerId="LiveId" clId="{7F5208D6-4527-4873-92C6-BE4AD6905859}" dt="2025-03-03T16:33:54.386" v="138" actId="1076"/>
        <pc:sldMkLst>
          <pc:docMk/>
          <pc:sldMk cId="3373957934" sldId="282"/>
        </pc:sldMkLst>
        <pc:picChg chg="add mod">
          <ac:chgData name="LENOVO IDEAPAD SLIM 3" userId="385828c3f07fdae8" providerId="LiveId" clId="{7F5208D6-4527-4873-92C6-BE4AD6905859}" dt="2025-03-03T16:33:54.386" v="138" actId="1076"/>
          <ac:picMkLst>
            <pc:docMk/>
            <pc:sldMk cId="3373957934" sldId="282"/>
            <ac:picMk id="3" creationId="{C69554A9-2BD2-4994-89BD-E8C20C592D52}"/>
          </ac:picMkLst>
        </pc:picChg>
      </pc:sldChg>
      <pc:sldChg chg="addSp modSp new mod">
        <pc:chgData name="LENOVO IDEAPAD SLIM 3" userId="385828c3f07fdae8" providerId="LiveId" clId="{7F5208D6-4527-4873-92C6-BE4AD6905859}" dt="2025-03-03T16:34:33.536" v="144" actId="1076"/>
        <pc:sldMkLst>
          <pc:docMk/>
          <pc:sldMk cId="1149398837" sldId="283"/>
        </pc:sldMkLst>
        <pc:picChg chg="add mod">
          <ac:chgData name="LENOVO IDEAPAD SLIM 3" userId="385828c3f07fdae8" providerId="LiveId" clId="{7F5208D6-4527-4873-92C6-BE4AD6905859}" dt="2025-03-03T16:34:33.536" v="144" actId="1076"/>
          <ac:picMkLst>
            <pc:docMk/>
            <pc:sldMk cId="1149398837" sldId="283"/>
            <ac:picMk id="3" creationId="{C85AF15F-75A0-5A8E-30BB-E0D925C490AA}"/>
          </ac:picMkLst>
        </pc:picChg>
      </pc:sldChg>
      <pc:sldChg chg="addSp modSp new mod">
        <pc:chgData name="LENOVO IDEAPAD SLIM 3" userId="385828c3f07fdae8" providerId="LiveId" clId="{7F5208D6-4527-4873-92C6-BE4AD6905859}" dt="2025-03-03T16:35:18.929" v="147" actId="1076"/>
        <pc:sldMkLst>
          <pc:docMk/>
          <pc:sldMk cId="244070844" sldId="284"/>
        </pc:sldMkLst>
        <pc:picChg chg="add mod">
          <ac:chgData name="LENOVO IDEAPAD SLIM 3" userId="385828c3f07fdae8" providerId="LiveId" clId="{7F5208D6-4527-4873-92C6-BE4AD6905859}" dt="2025-03-03T16:35:18.929" v="147" actId="1076"/>
          <ac:picMkLst>
            <pc:docMk/>
            <pc:sldMk cId="244070844" sldId="284"/>
            <ac:picMk id="3" creationId="{320A4FAE-4131-2593-2FD6-3962C0B2E24C}"/>
          </ac:picMkLst>
        </pc:picChg>
      </pc:sldChg>
      <pc:sldChg chg="addSp modSp new mod">
        <pc:chgData name="LENOVO IDEAPAD SLIM 3" userId="385828c3f07fdae8" providerId="LiveId" clId="{7F5208D6-4527-4873-92C6-BE4AD6905859}" dt="2025-03-03T16:35:52.963" v="153" actId="1076"/>
        <pc:sldMkLst>
          <pc:docMk/>
          <pc:sldMk cId="3877848327" sldId="285"/>
        </pc:sldMkLst>
        <pc:picChg chg="add mod">
          <ac:chgData name="LENOVO IDEAPAD SLIM 3" userId="385828c3f07fdae8" providerId="LiveId" clId="{7F5208D6-4527-4873-92C6-BE4AD6905859}" dt="2025-03-03T16:35:52.963" v="153" actId="1076"/>
          <ac:picMkLst>
            <pc:docMk/>
            <pc:sldMk cId="3877848327" sldId="285"/>
            <ac:picMk id="3" creationId="{C75FEFE9-4298-C639-6C1B-EBA93F15781B}"/>
          </ac:picMkLst>
        </pc:picChg>
      </pc:sldChg>
      <pc:sldChg chg="addSp modSp new mod">
        <pc:chgData name="LENOVO IDEAPAD SLIM 3" userId="385828c3f07fdae8" providerId="LiveId" clId="{7F5208D6-4527-4873-92C6-BE4AD6905859}" dt="2025-03-03T16:37:04.982" v="157" actId="14100"/>
        <pc:sldMkLst>
          <pc:docMk/>
          <pc:sldMk cId="2193367279" sldId="286"/>
        </pc:sldMkLst>
        <pc:picChg chg="add mod">
          <ac:chgData name="LENOVO IDEAPAD SLIM 3" userId="385828c3f07fdae8" providerId="LiveId" clId="{7F5208D6-4527-4873-92C6-BE4AD6905859}" dt="2025-03-03T16:37:04.982" v="157" actId="14100"/>
          <ac:picMkLst>
            <pc:docMk/>
            <pc:sldMk cId="2193367279" sldId="286"/>
            <ac:picMk id="3" creationId="{12A373F3-3C67-E350-A783-125131D50C33}"/>
          </ac:picMkLst>
        </pc:picChg>
      </pc:sldChg>
      <pc:sldChg chg="addSp delSp modSp new mod">
        <pc:chgData name="LENOVO IDEAPAD SLIM 3" userId="385828c3f07fdae8" providerId="LiveId" clId="{7F5208D6-4527-4873-92C6-BE4AD6905859}" dt="2025-03-03T16:41:51.570" v="196" actId="1076"/>
        <pc:sldMkLst>
          <pc:docMk/>
          <pc:sldMk cId="388417259" sldId="287"/>
        </pc:sldMkLst>
        <pc:grpChg chg="add del mod">
          <ac:chgData name="LENOVO IDEAPAD SLIM 3" userId="385828c3f07fdae8" providerId="LiveId" clId="{7F5208D6-4527-4873-92C6-BE4AD6905859}" dt="2025-03-03T16:41:48.444" v="194" actId="478"/>
          <ac:grpSpMkLst>
            <pc:docMk/>
            <pc:sldMk cId="388417259" sldId="287"/>
            <ac:grpSpMk id="8" creationId="{A33F894B-3347-09AB-C5E2-BF6BA836892A}"/>
          </ac:grpSpMkLst>
        </pc:grpChg>
        <pc:grpChg chg="add mod">
          <ac:chgData name="LENOVO IDEAPAD SLIM 3" userId="385828c3f07fdae8" providerId="LiveId" clId="{7F5208D6-4527-4873-92C6-BE4AD6905859}" dt="2025-03-03T16:41:17.347" v="189" actId="164"/>
          <ac:grpSpMkLst>
            <pc:docMk/>
            <pc:sldMk cId="388417259" sldId="287"/>
            <ac:grpSpMk id="11" creationId="{A975E930-F50C-C10D-0341-01628EBA4527}"/>
          </ac:grpSpMkLst>
        </pc:grpChg>
        <pc:grpChg chg="add mod">
          <ac:chgData name="LENOVO IDEAPAD SLIM 3" userId="385828c3f07fdae8" providerId="LiveId" clId="{7F5208D6-4527-4873-92C6-BE4AD6905859}" dt="2025-03-03T16:41:51.570" v="196" actId="1076"/>
          <ac:grpSpMkLst>
            <pc:docMk/>
            <pc:sldMk cId="388417259" sldId="287"/>
            <ac:grpSpMk id="16" creationId="{C8C3CC9E-4F44-366A-5726-79A7633F6982}"/>
          </ac:grpSpMkLst>
        </pc:grpChg>
        <pc:picChg chg="add mod">
          <ac:chgData name="LENOVO IDEAPAD SLIM 3" userId="385828c3f07fdae8" providerId="LiveId" clId="{7F5208D6-4527-4873-92C6-BE4AD6905859}" dt="2025-03-03T16:40:31.761" v="180" actId="164"/>
          <ac:picMkLst>
            <pc:docMk/>
            <pc:sldMk cId="388417259" sldId="287"/>
            <ac:picMk id="3" creationId="{2C2F3403-E45C-415E-A91E-409C1A9A8445}"/>
          </ac:picMkLst>
        </pc:picChg>
        <pc:picChg chg="add mod">
          <ac:chgData name="LENOVO IDEAPAD SLIM 3" userId="385828c3f07fdae8" providerId="LiveId" clId="{7F5208D6-4527-4873-92C6-BE4AD6905859}" dt="2025-03-03T16:40:31.761" v="180" actId="164"/>
          <ac:picMkLst>
            <pc:docMk/>
            <pc:sldMk cId="388417259" sldId="287"/>
            <ac:picMk id="5" creationId="{59A13001-DE75-5B36-2F95-D37EEB65FD40}"/>
          </ac:picMkLst>
        </pc:picChg>
        <pc:picChg chg="add mod">
          <ac:chgData name="LENOVO IDEAPAD SLIM 3" userId="385828c3f07fdae8" providerId="LiveId" clId="{7F5208D6-4527-4873-92C6-BE4AD6905859}" dt="2025-03-03T16:40:31.761" v="180" actId="164"/>
          <ac:picMkLst>
            <pc:docMk/>
            <pc:sldMk cId="388417259" sldId="287"/>
            <ac:picMk id="7" creationId="{EEB1C91A-610B-67EA-F378-DDB9B7A60A83}"/>
          </ac:picMkLst>
        </pc:picChg>
        <pc:picChg chg="add mod">
          <ac:chgData name="LENOVO IDEAPAD SLIM 3" userId="385828c3f07fdae8" providerId="LiveId" clId="{7F5208D6-4527-4873-92C6-BE4AD6905859}" dt="2025-03-03T16:41:11.031" v="187" actId="1076"/>
          <ac:picMkLst>
            <pc:docMk/>
            <pc:sldMk cId="388417259" sldId="287"/>
            <ac:picMk id="10" creationId="{942453FA-193C-581F-9E34-FC804DF8C1D2}"/>
          </ac:picMkLst>
        </pc:picChg>
        <pc:picChg chg="mod">
          <ac:chgData name="LENOVO IDEAPAD SLIM 3" userId="385828c3f07fdae8" providerId="LiveId" clId="{7F5208D6-4527-4873-92C6-BE4AD6905859}" dt="2025-03-03T16:41:27.206" v="191" actId="14100"/>
          <ac:picMkLst>
            <pc:docMk/>
            <pc:sldMk cId="388417259" sldId="287"/>
            <ac:picMk id="12" creationId="{888CCDDA-3B5C-3AA2-05D3-807B0F4D0306}"/>
          </ac:picMkLst>
        </pc:picChg>
        <pc:picChg chg="mod">
          <ac:chgData name="LENOVO IDEAPAD SLIM 3" userId="385828c3f07fdae8" providerId="LiveId" clId="{7F5208D6-4527-4873-92C6-BE4AD6905859}" dt="2025-03-03T16:41:13.001" v="188" actId="571"/>
          <ac:picMkLst>
            <pc:docMk/>
            <pc:sldMk cId="388417259" sldId="287"/>
            <ac:picMk id="13" creationId="{F397A0C5-4CBF-F1FD-89D5-0D2127BFCED3}"/>
          </ac:picMkLst>
        </pc:picChg>
        <pc:picChg chg="mod">
          <ac:chgData name="LENOVO IDEAPAD SLIM 3" userId="385828c3f07fdae8" providerId="LiveId" clId="{7F5208D6-4527-4873-92C6-BE4AD6905859}" dt="2025-03-03T16:41:13.001" v="188" actId="571"/>
          <ac:picMkLst>
            <pc:docMk/>
            <pc:sldMk cId="388417259" sldId="287"/>
            <ac:picMk id="14" creationId="{91ACE6BB-98D8-59F0-ACBB-10905234FC76}"/>
          </ac:picMkLst>
        </pc:picChg>
        <pc:picChg chg="add mod">
          <ac:chgData name="LENOVO IDEAPAD SLIM 3" userId="385828c3f07fdae8" providerId="LiveId" clId="{7F5208D6-4527-4873-92C6-BE4AD6905859}" dt="2025-03-03T16:41:17.347" v="189" actId="164"/>
          <ac:picMkLst>
            <pc:docMk/>
            <pc:sldMk cId="388417259" sldId="287"/>
            <ac:picMk id="15" creationId="{228C1A33-30E1-F302-2445-9A5C0E1348C7}"/>
          </ac:picMkLst>
        </pc:picChg>
      </pc:sldChg>
      <pc:sldChg chg="addSp modSp new mod">
        <pc:chgData name="LENOVO IDEAPAD SLIM 3" userId="385828c3f07fdae8" providerId="LiveId" clId="{7F5208D6-4527-4873-92C6-BE4AD6905859}" dt="2025-03-03T16:42:36.291" v="204" actId="1076"/>
        <pc:sldMkLst>
          <pc:docMk/>
          <pc:sldMk cId="1130433001" sldId="288"/>
        </pc:sldMkLst>
        <pc:picChg chg="add mod">
          <ac:chgData name="LENOVO IDEAPAD SLIM 3" userId="385828c3f07fdae8" providerId="LiveId" clId="{7F5208D6-4527-4873-92C6-BE4AD6905859}" dt="2025-03-03T16:42:36.291" v="204" actId="1076"/>
          <ac:picMkLst>
            <pc:docMk/>
            <pc:sldMk cId="1130433001" sldId="288"/>
            <ac:picMk id="3" creationId="{AA11FEE9-2852-BC23-92BE-E1EBBC4AF593}"/>
          </ac:picMkLst>
        </pc:picChg>
      </pc:sldChg>
      <pc:sldChg chg="addSp modSp new mod">
        <pc:chgData name="LENOVO IDEAPAD SLIM 3" userId="385828c3f07fdae8" providerId="LiveId" clId="{7F5208D6-4527-4873-92C6-BE4AD6905859}" dt="2025-03-03T16:43:27.303" v="210" actId="1076"/>
        <pc:sldMkLst>
          <pc:docMk/>
          <pc:sldMk cId="8958760" sldId="289"/>
        </pc:sldMkLst>
        <pc:picChg chg="add mod">
          <ac:chgData name="LENOVO IDEAPAD SLIM 3" userId="385828c3f07fdae8" providerId="LiveId" clId="{7F5208D6-4527-4873-92C6-BE4AD6905859}" dt="2025-03-03T16:43:27.303" v="210" actId="1076"/>
          <ac:picMkLst>
            <pc:docMk/>
            <pc:sldMk cId="8958760" sldId="289"/>
            <ac:picMk id="3" creationId="{619125B2-5701-E86B-9510-BBF257D1320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D6C2-AEC8-AB3E-5A4D-5AB80B01A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12F01-E5DE-B7D8-3A17-538C808FE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8FE4D-7EC1-71DD-7246-58FA28FA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4FCC-9913-F075-AC5F-AEF9FA88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4D11A-12AA-BFE9-6D96-6D4A48DE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4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90CE-46DB-A16C-9EF3-62FBCEA8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1D232-A8D3-CB53-5D11-817877D37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D49EE-046A-24BC-C7C7-4E6675D1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86C1A-4F83-CFE7-066F-3675B5079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23187-E8CE-D444-D82B-165E0796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9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49DA-C0A0-D2F2-962A-FC9975BAD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88A9B-2C02-9555-44D0-D246FF412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B4FE7-DA89-59D0-79A2-D1F804C6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115F6-6E67-AFB9-3CC6-E648FFA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471D-6BE3-FCD6-A88A-931AEA05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C133-665D-A2BC-0F03-D471E982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FE8A-48DD-930D-3AE9-4C82B5C95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C7B9F-29DC-2479-BB93-C965C3FA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5DC13-8DBF-4CF1-0F80-EA99BCF8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85091-40BC-ED20-6E28-1049E378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C0A35-A029-C170-9A99-D86A579D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2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8FB3-67B8-7E70-E6A5-40B9AED3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65D14-2239-7DA9-CC81-3977030E9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1428D-BE05-31A1-7DAA-CDAF8CA00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08EC6-0398-006E-B762-48BAA1BC8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A5926-0308-933F-BDFB-8F563E8FA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B93BD-7B2B-5E7D-77DE-64B97B92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BFF29-D5AB-EC22-6EDA-7D8540D3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BAB5C-9073-1B58-3D3B-8243A908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1278-9314-6F01-AAE9-054D96BB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0B8B3-54BD-034A-CDEF-B2C8A82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663B2-1734-E222-1618-41472BDE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CA939-5F82-B30F-1D55-62A74B18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2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232D1-2EF0-1468-5273-1ACC3CDD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D398A-C8BB-A811-56D7-6CB5059C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E26EC-CCDA-92CF-390E-2C3A7FF6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5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44FD-1AFB-1042-50A7-C5BDE194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BC41B-023C-2D2E-0E00-CB319FD05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B84AA-DFC0-5EDF-EA0A-4EFB16266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C503A-E6F6-58E1-6BF2-4B67C306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CD7C3-D2A6-5AAA-1CD8-AD8707B8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D42A8-7702-EF73-2BDD-811FEF96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7A4C-7D70-B2CD-582D-4D505F11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65869-7DD5-6633-39DF-05ECD865C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E0650-5D07-21D1-4443-152E05EB6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A3E07-3A84-E4E0-2979-DA268EC2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7522F-A876-0890-E82A-719A7A82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35778-BC3F-7B5D-DAD8-366DBCFE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2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F22A-613A-B9A3-C1D3-6549EBFF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89040-6999-1096-30CA-043880DE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DEEED-8605-9617-3A60-100985E1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6A165-9531-A5F6-A3CD-43AA04C2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8058A-C32C-9604-4B07-367E78AE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6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B90109-D53E-29A2-6D7F-1D65C2476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76901-B070-A15A-D5B5-86109AB8B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8BE0-AA5B-9B6D-ABB9-AACFDFAA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37081-F4A3-A5C8-353E-5148363A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81BB6-972E-BECB-72CC-22E46655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6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A5AD3-593F-146B-4A44-737ACE56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A7F6B-9FC4-25FE-CCF6-82C8CF4BF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69ED-1B15-56D6-3C1C-ED7B3B820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F35EC-E50F-430A-9F7F-E3A9EEFE8E02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F8380-02BE-2FBF-1F7C-C4730EC3B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F69B-C6ED-98A5-C37B-58C094698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E87C5-2BFA-4028-B80A-3CA63BE0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0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FB7A5E-8F7D-C4A6-A3D1-71E988C4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4" y="226681"/>
            <a:ext cx="11182526" cy="905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8FFEF1-8C55-F01B-6F0F-1EEBC3CD1875}"/>
              </a:ext>
            </a:extLst>
          </p:cNvPr>
          <p:cNvSpPr txBox="1"/>
          <p:nvPr/>
        </p:nvSpPr>
        <p:spPr>
          <a:xfrm>
            <a:off x="1732280" y="2733040"/>
            <a:ext cx="8727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VECTOR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90B11-0F41-3CF0-E63A-DA5FC27A10D8}"/>
              </a:ext>
            </a:extLst>
          </p:cNvPr>
          <p:cNvSpPr txBox="1"/>
          <p:nvPr/>
        </p:nvSpPr>
        <p:spPr>
          <a:xfrm>
            <a:off x="2153920" y="4302700"/>
            <a:ext cx="788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Disusun</a:t>
            </a:r>
            <a:r>
              <a:rPr lang="en-US" sz="2000" dirty="0"/>
              <a:t> oleh : Dian </a:t>
            </a:r>
            <a:r>
              <a:rPr lang="en-US" sz="2000" dirty="0" err="1"/>
              <a:t>Setyorini</a:t>
            </a:r>
            <a:r>
              <a:rPr lang="en-US" sz="2000" dirty="0"/>
              <a:t>, </a:t>
            </a:r>
            <a:r>
              <a:rPr lang="en-US" sz="2000" dirty="0" err="1"/>
              <a:t>S.Si</a:t>
            </a:r>
            <a:r>
              <a:rPr lang="en-US" sz="2000" dirty="0"/>
              <a:t>, </a:t>
            </a:r>
            <a:r>
              <a:rPr lang="en-US" sz="2000" dirty="0" err="1"/>
              <a:t>M.Si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5520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D9B2D3-42EC-05A0-752A-3AE50B5B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4" y="515310"/>
            <a:ext cx="10984352" cy="582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0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AB73DD-1CED-A116-AF57-1D9B21D2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38" y="640081"/>
            <a:ext cx="10908483" cy="597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6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C8CCF5-76C6-B688-848F-B81EDFB5A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8" y="487680"/>
            <a:ext cx="11059403" cy="561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3BA706-C238-BFD5-10A5-C74AB2BBD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" y="508001"/>
            <a:ext cx="11539949" cy="567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4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A6F53D-FA52-7F74-BCCF-865851238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57" y="436880"/>
            <a:ext cx="11575485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8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A6911D-17C9-1C32-C81D-CA7E3846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8" y="668158"/>
            <a:ext cx="11387343" cy="55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0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F72C2-6807-667B-1A48-A2213DD8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0" y="449180"/>
            <a:ext cx="10656140" cy="595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4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4BA56F-AF5F-8F0D-7A84-CF5F4743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1" y="491783"/>
            <a:ext cx="11857558" cy="58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4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D70CC-CD1A-5D25-3B31-47A3C809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450128"/>
            <a:ext cx="11196319" cy="620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94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5DE0A-D25D-8A08-7017-85918C3F8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0" y="401876"/>
            <a:ext cx="10860020" cy="605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06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10E406-952D-B0C6-3A06-2B0A5EEFA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85" y="426663"/>
            <a:ext cx="10905041" cy="600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49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5AC29-BD30-5BA7-C521-CA79519F7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63" y="510440"/>
            <a:ext cx="11572162" cy="56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54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53D64-0E0F-EAA8-6559-4C69C6A6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443564"/>
            <a:ext cx="10952480" cy="592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30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A08EC-3596-829D-87E0-D2A711CC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98" y="417712"/>
            <a:ext cx="11025371" cy="627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7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B324A-4603-8A2B-9B13-6C78718F0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79" y="426685"/>
            <a:ext cx="10516441" cy="600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53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95580-E225-8E4B-EF77-FEE2E276D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77" y="294640"/>
            <a:ext cx="10765846" cy="626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1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71FED0-4B1C-FF78-39B8-8ED0A9C5A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7" y="433564"/>
            <a:ext cx="11097126" cy="59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95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FA982-755C-38D9-8E3D-EB3150D0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66" y="414670"/>
            <a:ext cx="11062867" cy="422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68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9F9B6-2D74-4013-0E38-3AAA9AA2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22" y="228309"/>
            <a:ext cx="11171555" cy="640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87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554A9-2BD2-4994-89BD-E8C20C592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9" y="265814"/>
            <a:ext cx="11788373" cy="580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57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AF15F-75A0-5A8E-30BB-E0D925C49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61" y="436628"/>
            <a:ext cx="11297077" cy="523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98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A4FAE-4131-2593-2FD6-3962C0B2E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73" y="287080"/>
            <a:ext cx="10874254" cy="562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0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FEFE9-4298-C639-6C1B-EBA93F15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50" y="329610"/>
            <a:ext cx="11485500" cy="475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48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373F3-3C67-E350-A783-125131D50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3" y="301221"/>
            <a:ext cx="10919637" cy="620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67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2453FA-193C-581F-9E34-FC804DF8C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26" y="6079672"/>
            <a:ext cx="9352648" cy="49686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8C3CC9E-4F44-366A-5726-79A7633F6982}"/>
              </a:ext>
            </a:extLst>
          </p:cNvPr>
          <p:cNvGrpSpPr/>
          <p:nvPr/>
        </p:nvGrpSpPr>
        <p:grpSpPr>
          <a:xfrm>
            <a:off x="309350" y="342386"/>
            <a:ext cx="11304946" cy="6173228"/>
            <a:chOff x="443526" y="233183"/>
            <a:chExt cx="11304946" cy="61732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75E930-F50C-C10D-0341-01628EBA4527}"/>
                </a:ext>
              </a:extLst>
            </p:cNvPr>
            <p:cNvGrpSpPr/>
            <p:nvPr/>
          </p:nvGrpSpPr>
          <p:grpSpPr>
            <a:xfrm>
              <a:off x="443526" y="233183"/>
              <a:ext cx="11304946" cy="5392864"/>
              <a:chOff x="393404" y="520262"/>
              <a:chExt cx="11304946" cy="5392864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88CCDDA-3B5C-3AA2-05D3-807B0F4D03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404" y="520262"/>
                <a:ext cx="10163719" cy="345519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397A0C5-4CBF-F1FD-89D5-0D2127BFC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404" y="4142403"/>
                <a:ext cx="11304946" cy="78196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1ACE6BB-98D8-59F0-ACBB-10905234FC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404" y="5207870"/>
                <a:ext cx="10356112" cy="705256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28C1A33-30E1-F302-2445-9A5C0E134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526" y="5909551"/>
              <a:ext cx="9352648" cy="496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417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1FEE9-2852-BC23-92BE-E1EBBC4A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6" y="1196135"/>
            <a:ext cx="10611528" cy="446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33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125B2-5701-E86B-9510-BBF257D13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68" y="988974"/>
            <a:ext cx="11415263" cy="488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BA316F-505F-2305-77B3-1CAEC7B13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4" y="277481"/>
            <a:ext cx="11182526" cy="905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BD0EBD-80BE-F96C-FAFE-A380BFCBF79C}"/>
              </a:ext>
            </a:extLst>
          </p:cNvPr>
          <p:cNvSpPr txBox="1"/>
          <p:nvPr/>
        </p:nvSpPr>
        <p:spPr>
          <a:xfrm>
            <a:off x="3180080" y="2828835"/>
            <a:ext cx="5831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94154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</Words>
  <Application>Microsoft Office PowerPoint</Application>
  <PresentationFormat>Widescreen</PresentationFormat>
  <Paragraphs>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IDEAPAD SLIM 3</dc:creator>
  <cp:lastModifiedBy>LENOVO IDEAPAD SLIM 3</cp:lastModifiedBy>
  <cp:revision>2</cp:revision>
  <dcterms:created xsi:type="dcterms:W3CDTF">2024-10-24T16:01:18Z</dcterms:created>
  <dcterms:modified xsi:type="dcterms:W3CDTF">2025-03-03T16:43:33Z</dcterms:modified>
</cp:coreProperties>
</file>